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5f48ba24eb40b3" /><Relationship Type="http://schemas.openxmlformats.org/officeDocument/2006/relationships/extended-properties" Target="/docProps/app.xml" Id="R16e17d1d2d184522" /><Relationship Type="http://schemas.openxmlformats.org/officeDocument/2006/relationships/officeDocument" Target="/ppt/presentation.xml" Id="R0b5b44049b364c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9891ccb2f846c5"/>
  </p:sldMasterIdLst>
  <p:notesMasterIdLst>
    <p:notesMasterId xmlns:r="http://schemas.openxmlformats.org/officeDocument/2006/relationships" r:id="Ra092c19dcd00468e"/>
  </p:notesMasterIdLst>
  <p:sldIdLst>
    <p:sldId xmlns:r="http://schemas.openxmlformats.org/officeDocument/2006/relationships" id="256" r:id="R97e53e7160844a61"/>
    <p:sldId xmlns:r="http://schemas.openxmlformats.org/officeDocument/2006/relationships" id="257" r:id="Ref70028d271c4743"/>
    <p:sldId xmlns:r="http://schemas.openxmlformats.org/officeDocument/2006/relationships" id="258" r:id="R67e4483393374ba3"/>
    <p:sldId xmlns:r="http://schemas.openxmlformats.org/officeDocument/2006/relationships" id="259" r:id="Rda5b7c7198dc4c71"/>
    <p:sldId xmlns:r="http://schemas.openxmlformats.org/officeDocument/2006/relationships" id="260" r:id="R025ee6d63f424643"/>
    <p:sldId xmlns:r="http://schemas.openxmlformats.org/officeDocument/2006/relationships" id="261" r:id="Rf5c88f28e25a4316"/>
    <p:sldId xmlns:r="http://schemas.openxmlformats.org/officeDocument/2006/relationships" id="262" r:id="R3bcddcfe46794831"/>
    <p:sldId xmlns:r="http://schemas.openxmlformats.org/officeDocument/2006/relationships" id="263" r:id="Ra9025113438a4f78"/>
  </p:sldIdLst>
  <p:sldSz cx="16259175" cy="101631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5d749d80be4383" /><Relationship Type="http://schemas.openxmlformats.org/officeDocument/2006/relationships/slideMaster" Target="/ppt/slideMasters/slideMaster1.xml" Id="Rdb9891ccb2f846c5" /><Relationship Type="http://schemas.openxmlformats.org/officeDocument/2006/relationships/notesMaster" Target="/ppt/notesMasters/notesMaster1.xml" Id="Ra092c19dcd00468e" /><Relationship Type="http://schemas.openxmlformats.org/officeDocument/2006/relationships/presProps" Target="/ppt/presProps.xml" Id="Ra2a53f71306c4082" /><Relationship Type="http://schemas.openxmlformats.org/officeDocument/2006/relationships/tableStyles" Target="/ppt/tableStyles.xml" Id="Rc37999884bcb46a6" /><Relationship Type="http://schemas.openxmlformats.org/officeDocument/2006/relationships/slide" Target="/ppt/slides/slide1.xml" Id="R97e53e7160844a61" /><Relationship Type="http://schemas.openxmlformats.org/officeDocument/2006/relationships/slide" Target="/ppt/slides/slide2.xml" Id="Ref70028d271c4743" /><Relationship Type="http://schemas.openxmlformats.org/officeDocument/2006/relationships/slide" Target="/ppt/slides/slide3.xml" Id="R67e4483393374ba3" /><Relationship Type="http://schemas.openxmlformats.org/officeDocument/2006/relationships/slide" Target="/ppt/slides/slide4.xml" Id="Rda5b7c7198dc4c71" /><Relationship Type="http://schemas.openxmlformats.org/officeDocument/2006/relationships/slide" Target="/ppt/slides/slide5.xml" Id="R025ee6d63f424643" /><Relationship Type="http://schemas.openxmlformats.org/officeDocument/2006/relationships/slide" Target="/ppt/slides/slide6.xml" Id="Rf5c88f28e25a4316" /><Relationship Type="http://schemas.openxmlformats.org/officeDocument/2006/relationships/slide" Target="/ppt/slides/slide7.xml" Id="R3bcddcfe46794831" /><Relationship Type="http://schemas.openxmlformats.org/officeDocument/2006/relationships/slide" Target="/ppt/slides/slide8.xml" Id="Ra9025113438a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bcd3c369f44e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3d5acebacf4d85" /><Relationship Type="http://schemas.openxmlformats.org/officeDocument/2006/relationships/notesMaster" Target="/ppt/notesMasters/notesMaster1.xml" Id="R823c712cba93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230dbe082f475e" /><Relationship Type="http://schemas.openxmlformats.org/officeDocument/2006/relationships/notesMaster" Target="/ppt/notesMasters/notesMaster1.xml" Id="R9feebb76b21a4a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7426dd0c44457d" /><Relationship Type="http://schemas.openxmlformats.org/officeDocument/2006/relationships/notesMaster" Target="/ppt/notesMasters/notesMaster1.xml" Id="R241129e3d186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71fb9514624d55" /><Relationship Type="http://schemas.openxmlformats.org/officeDocument/2006/relationships/notesMaster" Target="/ppt/notesMasters/notesMaster1.xml" Id="R5b6d82bf8b8e43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6531b113c24184" /><Relationship Type="http://schemas.openxmlformats.org/officeDocument/2006/relationships/notesMaster" Target="/ppt/notesMasters/notesMaster1.xml" Id="Rb996b5e6f35749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06ae7b760a41be" /><Relationship Type="http://schemas.openxmlformats.org/officeDocument/2006/relationships/notesMaster" Target="/ppt/notesMasters/notesMaster1.xml" Id="Rca83f4a1ad20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def29fe1c14b28" /><Relationship Type="http://schemas.openxmlformats.org/officeDocument/2006/relationships/notesMaster" Target="/ppt/notesMasters/notesMaster1.xml" Id="Rb0b9e4cb10154d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05143ba44f4012" /><Relationship Type="http://schemas.openxmlformats.org/officeDocument/2006/relationships/notesMaster" Target="/ppt/notesMasters/notesMaster1.xml" Id="R5741a7452b594a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Open: Bitplus Signal is door-to-door fieldcraft for the public internet.</a:t>
            </a:r>
          </a:p>
          <a:p xmlns:a="http://schemas.openxmlformats.org/drawingml/2006/main">
            <a:r>
              <a:t>The story is not pressure selling. It is route discipline, public provenance, and human-reviewed outreach for BTC++ Toronto.</a:t>
            </a:r>
          </a:p>
          <a:p xmlns:a="http://schemas.openxmlformats.org/drawingml/2006/main">
            <a:r>
              <a:t>Use this slide as the framing image before moving into the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the audience already exists, but attention is fragmented.</a:t>
            </a:r>
          </a:p>
          <a:p xmlns:a="http://schemas.openxmlformats.org/drawingml/2006/main">
            <a:r>
              <a:t>For BTC++ Toronto, the best people are builders, privacy folks, protocol people, local communities, and nearby crossover events.</a:t>
            </a:r>
          </a:p>
          <a:p xmlns:a="http://schemas.openxmlformats.org/drawingml/2006/main">
            <a:r>
              <a:t>The organizer question is simple: what should I look at next?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door-to-door analogy becomes useful.</a:t>
            </a:r>
          </a:p>
          <a:p xmlns:a="http://schemas.openxmlformats.org/drawingml/2006/main">
            <a:r>
              <a:t>The old playbook had a shadow side, so we keep only the ethical fieldcraft: give first, prove the value, respect community memory, and escalate to a human.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Bitplus Signal translates the route book into a public-source pipeline.</a:t>
            </a:r>
          </a:p>
          <a:p xmlns:a="http://schemas.openxmlformats.org/drawingml/2006/main">
            <a:r>
              <a:t>Public evidence enters; weak or private data is blocked; only reviewed high-fit rows get suggested public replies.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open Top Opportunities.</a:t>
            </a:r>
          </a:p>
          <a:p xmlns:a="http://schemas.openxmlformats.org/drawingml/2006/main">
            <a:r>
              <a:t>The default view is intentionally simple: why it matters, source, fit, suggested public reply, and confidence.</a:t>
            </a:r>
          </a:p>
          <a:p xmlns:a="http://schemas.openxmlformats.org/drawingml/2006/main">
            <a:r>
              <a:t>The detail drawer keeps provenance and safety visible so a human can decide.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is powered by reviewed public data, not private scraping.</a:t>
            </a:r>
          </a:p>
          <a:p xmlns:a="http://schemas.openxmlformats.org/drawingml/2006/main">
            <a:r>
              <a:t>Current build: 33 reviewed public signals, zero sample rows in the live build, and six source lanes.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 is a product feature, not a footnote.</a:t>
            </a:r>
          </a:p>
          <a:p xmlns:a="http://schemas.openxmlformats.org/drawingml/2006/main">
            <a:r>
              <a:t>The system does not DM, follow, like, submit forms, harvest contacts, or post automatically.</a:t>
            </a:r>
          </a:p>
          <a:p xmlns:a="http://schemas.openxmlformats.org/drawingml/2006/main">
            <a:r>
              <a:t>Trust-only rows are hidden by default and draftless.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ask.</a:t>
            </a:r>
          </a:p>
          <a:p xmlns:a="http://schemas.openxmlformats.org/drawingml/2006/main">
            <a:r>
              <a:t>This can become an open-source outreach intelligence layer for builder conferences.</a:t>
            </a:r>
          </a:p>
          <a:p xmlns:a="http://schemas.openxmlformats.org/drawingml/2006/main">
            <a:r>
              <a:t>The thesis: the next great conference growth tool is not an ad machine. It is an ethical public-route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b781dc9e9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d32e41572f4950" /><Relationship Type="http://schemas.openxmlformats.org/officeDocument/2006/relationships/slideLayout" Target="/ppt/slideLayouts/slideLayout1.xml" Id="R34d66ae883f2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66ae883f2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6e92d90f04294" /><Relationship Type="http://schemas.openxmlformats.org/officeDocument/2006/relationships/notesSlide" Target="/ppt/notesSlides/notesSlide1.xml" Id="R7b387091706746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3d3d870d34847" /><Relationship Type="http://schemas.openxmlformats.org/officeDocument/2006/relationships/notesSlide" Target="/ppt/notesSlides/notesSlide2.xml" Id="R05cff22757fa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fad7b454a4848" /><Relationship Type="http://schemas.openxmlformats.org/officeDocument/2006/relationships/notesSlide" Target="/ppt/notesSlides/notesSlide3.xml" Id="R7bf2f38457594a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32e5feeb54ea8" /><Relationship Type="http://schemas.openxmlformats.org/officeDocument/2006/relationships/notesSlide" Target="/ppt/notesSlides/notesSlide4.xml" Id="R1c2f6ef3661641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9c19f70464910" /><Relationship Type="http://schemas.openxmlformats.org/officeDocument/2006/relationships/notesSlide" Target="/ppt/notesSlides/notesSlide5.xml" Id="Re5592e7b565f4e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463f14e1548b0" /><Relationship Type="http://schemas.openxmlformats.org/officeDocument/2006/relationships/notesSlide" Target="/ppt/notesSlides/notesSlide6.xml" Id="Rb8d6d2b1662941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63d79068247d9" /><Relationship Type="http://schemas.openxmlformats.org/officeDocument/2006/relationships/notesSlide" Target="/ppt/notesSlides/notesSlide7.xml" Id="Rde761a0fa5a14f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58a866f494c79" /><Relationship Type="http://schemas.openxmlformats.org/officeDocument/2006/relationships/notesSlide" Target="/ppt/notesSlides/notesSlide8.xml" Id="Rf09db4184c8e4e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EF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4D1C80-B37A-4B36-93D8-AA7AF907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1016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D9531-F5BF-4703-BD3C-315A0131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5687675" cy="959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8ABD1-A545-4CE8-BFED-66449803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5344775" cy="924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8D4B2-5CD2-4DC1-AE8E-91AD9F93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276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94D16-798D-4F11-8DE5-C489D79D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96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/ BTC++ Toronto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C3BC6-CDA4-4CDD-81EA-7AE41911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601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80297-5905-4BA6-9182-AA4E2AD1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095500" cy="2952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DCA8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3B36C-7AC6-48D0-8B0B-BA2A0581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EB49A-96B6-436A-AA10-707A4B84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7190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5F2C6-5804-4A88-8259-E6EE46C7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D673A-C08A-46D3-898E-8422D675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960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242F1-5D5C-4259-92BB-BDAB8974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434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EDB6C-CE6B-4A87-8316-59D2ABCD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243E3-F79A-4EE0-B84C-0FE83391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11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73D0C-5538-4B14-AED8-EA8D4153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42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CA240-BA51-425A-8E11-55BB6FBE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171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91D24-06A1-495F-A670-12B61624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67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5F248-70D5-4EFE-97D4-2DB0CE3F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50545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F3139-7CDA-4BDC-BE19-2DCE3F2D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50545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71CD8-049B-4DD9-B50E-308B9AB2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333750"/>
            <a:ext cx="666750" cy="22669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7B4D2F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CB7F7-C568-4D2C-B850-EB7102C3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4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C2D00-4F0D-4916-B497-0ECE92AA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4381500" cy="4762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DDF12-0884-4064-B9BF-AADE48FD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F5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4F52"/>
                </a:solidFill>
                <a:latin typeface="Aptos"/>
                <a:ea typeface="Aptos"/>
                <a:cs typeface="Aptos"/>
              </a:rPr>
              <a:t>Top Opportunities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84246-8659-4D28-B9E6-20D4E6F6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38450"/>
            <a:ext cx="361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9050">
            <a:solidFill>
              <a:srgbClr val="D8C59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D52BF-60C6-442A-890C-5AF0590D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71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BTC++ Toronto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32918-8E81-4935-B4B2-E26CA54A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38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official event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220FBA-CE2B-40FD-9AC3-9D2542E2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048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7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6CE1F-D8EE-4D1F-9B09-4528CDE5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67150"/>
            <a:ext cx="361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EED2"/>
          </a:solidFill>
          <a:ln xmlns:a="http://schemas.openxmlformats.org/drawingml/2006/main" w="19050">
            <a:solidFill>
              <a:srgbClr val="D8C59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D8962-F97B-4795-B7C0-203D2EDE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NDC Toronto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D6DC70-4E74-41AE-A727-F08E64A4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6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developer crossover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0214B1-CC45-4A83-94EF-4285BE5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76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4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BF9E78-2D30-493A-B042-D9B12F85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95850"/>
            <a:ext cx="361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EED2"/>
          </a:solidFill>
          <a:ln xmlns:a="http://schemas.openxmlformats.org/drawingml/2006/main" w="19050">
            <a:solidFill>
              <a:srgbClr val="D8C59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53455F-F1C3-443F-BE1A-E4E1BE2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029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Nostr builders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3B9727-E7A7-420B-8A7E-74B2C3A9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95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trust graph clue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D1C254-6711-470C-AC73-9E91F66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105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4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9063FE-C188-4BDC-8FDC-EBB4C0E7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AE5E09-AE96-4C50-86A4-4DBDEBA4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23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D81600-1E62-458F-81F0-E283FC9B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F211C"/>
                </a:solidFill>
                <a:latin typeface="Georgia"/>
                <a:ea typeface="Georgia"/>
                <a:cs typeface="Georgia"/>
              </a:defRPr>
            </a:pPr>
            <a:r>
              <a:rPr sz="5700" b="1">
                <a:solidFill>
                  <a:srgbClr val="1F211C"/>
                </a:solidFill>
                <a:latin typeface="Georgia"/>
                <a:ea typeface="Georgia"/>
                <a:cs typeface="Georgia"/>
              </a:rPr>
              <a:t>Bitplus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1B0306-B5FD-4FF3-966A-B9C1DE5A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Door-to-door fieldcraft for public conference signal mapping.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18D70F-0F69-4FCC-9636-0BEE187C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6F7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B6319A-20A0-43A0-B5DD-28A3B4D4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BTC++ Toronto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454A3E-C22A-4B51-935D-064D7F85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July 22-24, 2026 / The Great Hall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7F5C90-35B1-46F7-8815-26714874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F211C"/>
                </a:solidFill>
                <a:latin typeface="Aptos"/>
                <a:ea typeface="Aptos"/>
                <a:cs typeface="Aptos"/>
              </a:rPr>
              <a:t>A judge-ready open-source demo that turns scattered public intent into a short human review queue.</a:t>
            </a:r>
          </a:p>
        </p:txBody>
      </p:sp>
    </p:spTree>
    <p:extLst>
      <p:ext uri="{BB962C8B-B14F-4D97-AF65-F5344CB8AC3E}">
        <p14:creationId xmlns:p14="http://schemas.microsoft.com/office/powerpoint/2010/main" val="2035633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EF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D8BB7-FEB3-41E5-A42A-3D5F768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1016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52AE3-E0B4-4E27-A52B-8A67BE7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5687675" cy="959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71A3F-830E-41CB-B0E9-A0986D7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5344775" cy="924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DF107-824D-4AE7-A51F-F788D76F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276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AAA85-8AFD-482C-94B6-705577FA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96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/ BTC++ Toronto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413CA-6B0B-4574-B15D-886F6205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601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A8756-22CA-47BA-B305-AFF3629F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25B42-CE59-498C-84C9-8DCE9D52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11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F211C"/>
                </a:solidFill>
                <a:latin typeface="Georgia"/>
                <a:ea typeface="Georgia"/>
                <a:cs typeface="Georgia"/>
              </a:rPr>
              <a:t>The right audience is already talking.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741BC-FBCD-47F0-B55B-A88555B5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Organizers lose time because the useful route is scattered across platforms, events, and communities.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50D2A-71E5-4C4A-ABBA-010D197A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03947-F854-4900-AB5D-F4495B9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336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B7E0C-D48B-4BF3-B98B-6708194D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0"/>
            <a:ext cx="23574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8F58C-9625-40DF-9732-82349BFC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905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A08CB-FFFC-418E-9FDF-EF16D7BF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33051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Reddit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F136C-A881-4D1E-9069-63727AF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429000"/>
            <a:ext cx="214907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89E96-63C3-4AE1-9FF3-CA8E60BC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33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72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CC468-3D8E-4C22-A286-C6F7156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339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LinkedIn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8C822-D782-4093-BB35-DC670452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857750"/>
            <a:ext cx="22621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E9B37-6E69-4535-A890-C273A3B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95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49A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BE2E0-7A49-4421-B9FB-832727D7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53530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Nostr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1AC72-1F08-40E2-989B-62D4B04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476875"/>
            <a:ext cx="206573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EEB25-FDAA-4133-8F88-6FC39E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42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1E927-D10E-4E86-8557-2F891FF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913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BCC4F-443B-4E07-A01B-58F344BE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715125"/>
            <a:ext cx="232171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75156-145D-4467-9585-29D41611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96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7D4E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CF209-7413-4D5F-A17B-69FEFE60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4960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Meetups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6B79E-4D9B-432D-BA4E-D7CAC972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619875"/>
            <a:ext cx="207168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453DD4-D7FE-46F5-98E2-F206535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572375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2EB297-F4FE-41D2-8476-3B28E085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762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What should I look at next?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13BB77-83B2-478F-8E4A-AA90008B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81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19050">
            <a:solidFill>
              <a:srgbClr val="D8C59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27C097-FD16-4310-8328-6318AC28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Public posts disappear into feeds.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301D6D-64EE-4A48-9D95-C064152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581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19050">
            <a:solidFill>
              <a:srgbClr val="D8C59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5A449-150D-45AE-958F-FA1FD015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Nearby events create hidden crossover.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B52F01-A124-48E8-9A60-41A760D7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581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19050">
            <a:solidFill>
              <a:srgbClr val="D8C59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F0533-B989-4DEE-AD51-8C2C43EA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15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Generic crypto noise drowns out builders.</a:t>
            </a:r>
          </a:p>
        </p:txBody>
      </p:sp>
    </p:spTree>
    <p:extLst>
      <p:ext uri="{BB962C8B-B14F-4D97-AF65-F5344CB8AC3E}">
        <p14:creationId xmlns:p14="http://schemas.microsoft.com/office/powerpoint/2010/main" val="966175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F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CED1F-E76C-4212-ACB9-AEC08DA0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1016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A402B-AE71-4863-B2AA-CEE647BC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5687675" cy="959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ACCB5-0FF0-4763-A10B-2027533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5344775" cy="924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FF5AC-4F38-4240-83A8-EDF0A2E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276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DA008-3A48-4951-ADA4-F0E7E649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96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/ BTC++ Toronto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1F41B-6697-4827-A334-CB047CCA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601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7EB7E-E7CC-4D29-BB45-9DE166F7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THE OLD PLAYBOOK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38296-0B9D-44E5-A566-0DD250C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11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F211C"/>
                </a:solidFill>
                <a:latin typeface="Georgia"/>
                <a:ea typeface="Georgia"/>
                <a:cs typeface="Georgia"/>
              </a:rPr>
              <a:t>Useful fieldcraft, not pressure.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339D2-B3CA-43F0-9088-A7AE425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The Golden Age lesson is route discipline, trust, proof, and local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06385-E7CF-46AE-B7D6-FD7FC3FA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4095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54BFF-FC45-4B07-828D-E564583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7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5807E-74C1-4B9D-A530-56F5E44B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43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Fuller Brush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D56A4-0E57-42F4-9EB8-3853079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624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Give useful value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C7A7D-2923-46DE-993E-01232588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476625"/>
            <a:ext cx="4095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15A8E-7683-4471-BD2A-09B13E82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361E7-A820-4F77-972C-55BEA1EF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43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Avon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5A0D5-0008-4ECE-B0A0-5EF098B6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624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Respect neighbor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5F79F-858A-4091-9683-ABCC9BBA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476625"/>
            <a:ext cx="4095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11808-5CE4-4FA3-B92E-F4FB85B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762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94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9FC2C-8F09-484F-8B58-D302EB6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743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Route 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AE6DA-0D7E-4C14-83A3-48139EE5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1624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Work a reliable 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E26A6-9B20-497E-9A1D-528ED17D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4095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063FA-B228-486C-A0E3-3CAAF57E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7D4E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D2F0B-B7F8-4F69-81D0-993FBB0C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9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Tupperware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44935-6842-413A-BC25-5DBE3E0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1150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Notice community 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E8995D-824F-4DE0-843F-AC2180D8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29250"/>
            <a:ext cx="4095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25106-26D8-472D-BBFD-8BE89476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715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49A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5F80D-4168-4E82-8294-704F0DC3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9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Kirby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85275F-E2CF-44B9-A7C4-CF7B882E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61150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Prove the signal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F26F0-7026-4136-A709-3116C228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29250"/>
            <a:ext cx="4095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9ED72B-2F71-4EC7-9B61-8AFE9EBC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715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258DF-3985-4793-A272-805B3904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69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Network Builder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FA2231-E4A4-48C6-B576-97C0B3BC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1150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Warm proximity, human decides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D5334A-56E5-46A6-8021-B4256C6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Do not copy the pressure. Keep the fieldcraft.</a:t>
            </a:r>
          </a:p>
        </p:txBody>
      </p:sp>
    </p:spTree>
    <p:extLst>
      <p:ext uri="{BB962C8B-B14F-4D97-AF65-F5344CB8AC3E}">
        <p14:creationId xmlns:p14="http://schemas.microsoft.com/office/powerpoint/2010/main" val="213093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EF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B42008-7ADF-43BF-9BCE-ECC26CEB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1016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5C11E-160B-4114-9928-FFCA8CCE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5687675" cy="959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938B7-469C-4059-9548-C29225A6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5344775" cy="924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89682-EE7D-4249-807E-0E08AD38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276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1E06A-9E25-43FE-B028-6D971307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96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/ BTC++ Toronto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0F5F2-61EF-4708-A73C-21F9686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601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1C5F6-7D68-4DD1-89B2-F2D8C0B7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THE MODERN TRANSLATION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20A67-0479-462E-800B-F27623B8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11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F211C"/>
                </a:solidFill>
                <a:latin typeface="Georgia"/>
                <a:ea typeface="Georgia"/>
                <a:cs typeface="Georgia"/>
              </a:rPr>
              <a:t>A public route book for builder conferences.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997E5-9F81-4BA6-A966-67D5D20D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Public evidence flows through scoring and safety before a human decides whether to reply.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DA0CC-7DF7-44AB-88D1-B64559E4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90EC1-3421-4D99-801A-95A1DE63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F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F52"/>
                </a:solidFill>
                <a:latin typeface="Aptos"/>
                <a:ea typeface="Aptos"/>
                <a:cs typeface="Aptos"/>
              </a:rPr>
              <a:t>Public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59868-E686-4425-9FD8-449BE48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post / event / note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0E5FA-580E-42DE-A4AF-1C9A56B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D3EAA-2DA2-4697-B4CA-7C50D219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577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02937-EE04-42D2-938A-B3334EB1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244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F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F52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9B465-C754-4998-950F-57C74415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one signal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BD302-85DE-4CA7-BFD1-986F9981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71728-53CA-4563-9EBE-41A5CEFA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577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C2025-77BE-4E61-A4D8-F53257B9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244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F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F52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15D7A-7EE4-4C95-9BE6-8564A808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054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topic + geo +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75254-0C2B-4E08-A23C-814BF99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435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580E7-1EA6-4148-B011-09F92D85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D8D1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11F1F-C023-4B57-A4D3-03958D25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244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A9618-3666-4AAD-8057-AB2CD074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block weak/private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03DEC-423A-48B5-8048-D1E61350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1435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365F9-5297-49A2-803B-60E2CB15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577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2F774-ABDD-4158-9B1B-268DC9FD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7244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F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F52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360BD-0E4B-4144-9599-0E87897A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054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public reply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0488F-B904-4E18-808A-D564C9B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143500"/>
            <a:ext cx="400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A47EC-4C77-45F5-95A9-3B879348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4577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770905-5169-4008-B9F6-5D5AF503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7244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F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F52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9F0B01-C682-4B0A-9A66-5AD4725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1054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approve or skip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878ED-8F92-4406-ACEA-D3E3C86D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704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E0BB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3DB27B-20CF-4283-99AE-CA2F0C28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FC4C0-C5DA-470D-AAEB-F7D9AD0D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4325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E0BB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FF6A05-872C-4F57-9592-D3DA8462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385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Reddit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C6501E-AC97-4780-BCB5-FA781C0E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13525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E0BB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C9866F-B489-47B6-9CF5-F7D4A49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LinkedIn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AB5175-9B98-4E02-A9A0-77E29906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1066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E0BB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772E1E-47F7-4955-BD23-A60EE088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Nostr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B108DD-1456-48B2-8F19-09258D4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162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E0BB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0D1C4D-A63C-4BF0-939B-0838CFA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23346E-5ECE-45F6-90C8-1A129319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165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E0BB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7A0400-8B77-44D0-BB17-9B4906D9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Communities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076DA2-6E34-4495-86AD-BADF387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05650"/>
            <a:ext cx="1219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The output is not a blast list. It is a short, explainable review queue.</a:t>
            </a:r>
          </a:p>
        </p:txBody>
      </p:sp>
    </p:spTree>
    <p:extLst>
      <p:ext uri="{BB962C8B-B14F-4D97-AF65-F5344CB8AC3E}">
        <p14:creationId xmlns:p14="http://schemas.microsoft.com/office/powerpoint/2010/main" val="1125846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EF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BFD61-A6C5-44F3-89A5-1FD9ACB0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1016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2CB5C-4B31-49FB-BB3B-7BA9E70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5687675" cy="959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E01EA-D41C-4132-808C-B3AC3E67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5344775" cy="924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0770B-85B0-4D3D-A196-9E01CDB2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276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B32C4-2B11-42D3-9C7F-EB586DB9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96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/ BTC++ Toronto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9C28D-E2BC-4FCC-B215-71636247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601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94DCB-C64F-4A9A-904F-89FF99E5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PRODUCT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A3A6D-1E7F-49BF-95C8-685788D7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11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F211C"/>
                </a:solidFill>
                <a:latin typeface="Georgia"/>
                <a:ea typeface="Georgia"/>
                <a:cs typeface="Georgia"/>
              </a:rPr>
              <a:t>Top Opportunities, not a haystack.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7A2D5-D130-4443-BE8B-0A580F9F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The console answers one question first: what should I look at next?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A2D43-AC09-4849-B1AE-D6F5F40A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438275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F52E5-1A5B-4355-8DA1-9DF12A75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438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52"/>
          </a:solidFill>
          <a:ln xmlns:a="http://schemas.openxmlformats.org/drawingml/2006/main" w="0">
            <a:solidFill>
              <a:srgbClr val="1F21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BA894-60C9-42A5-B41F-5BF0C252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Top Opportunities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BBAEC-8711-4C53-ACCD-22A4A5D0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33 reviewed public signals / 6 source lanes / human review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18789-17B4-4D39-BB2B-3742151D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39052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28575">
            <a:solidFill>
              <a:srgbClr val="D8C5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48AB5-FEF1-4B0A-8C6B-A1FC3F18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BTC++ Toronto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F8CAB-9F40-433C-AFEF-FD03DD9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14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Official event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78731-C2DB-4FE2-B6EF-D0BC10FC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529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6F7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78AB6-8608-4345-B4A1-1BE6E8B1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67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Fit 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FA6E2-2602-442A-A6C6-F4171B0B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864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11C"/>
                </a:solidFill>
                <a:latin typeface="Aptos"/>
                <a:ea typeface="Aptos"/>
                <a:cs typeface="Aptos"/>
              </a:rPr>
              <a:t>Use as the anchor for BTC++ consensus conversations.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A634C-C341-4BD6-A32A-D9DD70A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532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37D01-67FA-412A-90E8-6C48B642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43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Suggested reply: helpful, specific, no direct shill.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608C5-1B38-4FAA-8F5D-80F07601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86250"/>
            <a:ext cx="39052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4D2"/>
          </a:solidFill>
          <a:ln xmlns:a="http://schemas.openxmlformats.org/drawingml/2006/main" w="28575">
            <a:solidFill>
              <a:srgbClr val="D8C59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33AB9-D1FA-4800-8C9B-4EDAB7DA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52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NDC Toronto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A5C14-A00F-4D30-92CD-8F46705A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14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Developer crossover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0586B-4472-4261-8115-7F1D2E87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B94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56FC7-0EB6-4B28-962B-77516AC9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Fit 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37363-F2A3-478A-AE6D-EE4133F7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864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11C"/>
                </a:solidFill>
                <a:latin typeface="Aptos"/>
                <a:ea typeface="Aptos"/>
                <a:cs typeface="Aptos"/>
              </a:rPr>
              <a:t>A local software audience with security, AI, and tooling overlap.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60F4E-F7C3-42E2-9251-5255A4EC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5532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5C18E-BD54-46B9-BD2E-6665269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743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Suggested reply: helpful, specific, no direct shill.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A0A03-D335-47BB-AF2C-488BE92A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286250"/>
            <a:ext cx="39052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4D2"/>
          </a:solidFill>
          <a:ln xmlns:a="http://schemas.openxmlformats.org/drawingml/2006/main" w="28575">
            <a:solidFill>
              <a:srgbClr val="D8C59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1C9007-BC4A-4F17-A2CE-8D5E9BD2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Nostr builders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5059A6-C59D-43F9-9914-8AA5EAEE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914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Trust graph clue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DBB193-F18B-45F7-BBB7-5B7CA23E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5529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B942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9B8E2-A3DD-4585-B487-5C5A6360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667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Fit 82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9011D6-95CF-44EC-B282-BA15B93E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4864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11C"/>
                </a:solidFill>
                <a:latin typeface="Aptos"/>
                <a:ea typeface="Aptos"/>
                <a:cs typeface="Aptos"/>
              </a:rPr>
              <a:t>Review public proximity before deciding whether to engage.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13F032-DFB8-4A2F-9F62-76DA45F0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BA8E40-12C6-4339-9DEC-651154EE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Suggested reply: helpful, specific, no direct shill.</a:t>
            </a:r>
          </a:p>
        </p:txBody>
      </p:sp>
    </p:spTree>
    <p:extLst>
      <p:ext uri="{BB962C8B-B14F-4D97-AF65-F5344CB8AC3E}">
        <p14:creationId xmlns:p14="http://schemas.microsoft.com/office/powerpoint/2010/main" val="1849792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F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E699F5-AE37-4EF3-A72B-4CB7A188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1016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F8054-A717-440C-8FD3-D72C52F6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5687675" cy="959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045D1-1CA5-466B-B858-64B4DCAA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5344775" cy="924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4F6DB-E34F-4DCA-8B19-DA952E1B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276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3A718-476B-4F69-A984-7BB15225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96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/ BTC++ Toronto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7C865-81FA-4E91-BAA0-D62E4867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601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94273-F6E6-44A5-B4B9-BC5C9502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DATA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D0506-4875-4868-8CF4-310189A5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11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F211C"/>
                </a:solidFill>
                <a:latin typeface="Georgia"/>
                <a:ea typeface="Georgia"/>
                <a:cs typeface="Georgia"/>
              </a:rPr>
              <a:t>Real public rows, reviewed before they 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98C05-1932-41EE-B3A0-7FB31B33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The build favors evidence quality over raw volume.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39B03-87DF-4C7B-85F8-C467D209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00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4EE89-E54D-4F72-B492-175F0DC9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44475-D48D-4BEE-A104-8C67DF9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reviewed public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46B2B-9357-4B4B-A808-FF731B25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000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89F88-18B9-4A19-A456-F9B032A9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0537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6BB37-2FB4-400B-8507-5B5D0FCF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768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source lanes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15601-866F-4629-837A-86EAF4F9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4000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4A80F-B3C7-4E03-8CC4-E5ECCAC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865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57327-AA41-44EB-9BDB-65DC895C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57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sample rows in live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47C96-407A-4A42-B67B-3F60717B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nostr_graph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3676D-3627-42AE-B265-0CB6EDC7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18B69-7E74-4DEC-ADC0-7B0ED624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5AA00-F50B-413F-9AF6-9181701B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390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2318D-ABE6-427E-A780-3772512C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adjacent_event_official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5A961-419A-4B88-8411-422F913D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719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EBDC2-0FC0-423D-B574-338FC873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7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CC6EE-5DA7-4A34-9ACC-91CB65F9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13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01873-E357-4ED7-A7EB-30AEEFFE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historical_event_context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B38BB-6BC9-42B0-9C1D-39F6E79D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149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F5CCA-03AF-4C04-91CC-E74D373A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14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143D3-A471-4C9A-9028-3553A170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876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A60818-2F29-4720-BD14-02B59806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57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community_context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D1AB6A-BA1A-45FC-A08F-6C1AEE85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FB7899-D765-4E23-BC7F-E0602CE5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C8016-34C3-434E-970A-E31490D3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619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92E634-9678-4963-9B2D-F99F2F36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0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conference_window_crossover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13F033-3A9A-4989-BE21-FBCADBE7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200277-AF6F-40FB-8B6F-0A59CAF6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008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4B208C-23CB-49C0-B942-D4CF40A0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34F74-72B4-47F8-A113-92E8CE30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43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apify_linkedin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A47C7D-02CC-4BF9-ABDB-30C32625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437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2B67EF-2DA1-4525-9FDF-F8B4566D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43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1C5924-8539-49B1-AB7B-1B0A1FEC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7105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66555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EF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A6FF2-B097-46CF-A018-FBF13D11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1016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66E43-661C-45D4-8C9B-DB45A35A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5687675" cy="959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03F83-7F1D-441A-B70A-B3C4A57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5344775" cy="924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465A2-371D-4E4A-B149-6BDF259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276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0E06D-7238-41DA-8709-2B6B6D1D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96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/ BTC++ Toronto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D20E8-E564-4987-94F2-D27C109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601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BA37B-FB9A-40F8-9A39-BF2B1F1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SAFETY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B2592-2ACA-4EB0-9CE5-3818C0BF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11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F211C"/>
                </a:solidFill>
                <a:latin typeface="Georgia"/>
                <a:ea typeface="Georgia"/>
                <a:cs typeface="Georgia"/>
              </a:rPr>
              <a:t>No autopilot. No private data. Human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15C0B-3321-4D1A-A039-3E55EF11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is designed against the shadow side of old sales patterns.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9908F-A101-4FAA-867C-2758AD80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4325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F1CD1-3AF2-4A6A-A397-8197F452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72"/>
          </a:solidFill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6733F-DB19-4290-948F-675AAA9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HUMAN</a:t>
            </a:r>
          </a:p>
          <a:p xmlns:a="http://schemas.openxmlformats.org/drawingml/2006/main">
            <a:pPr algn="ctr">
              <a:defRPr sz="1800" b="1">
                <a:solidFill>
                  <a:srgbClr val="FFFAF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AF0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F579F-829D-444D-9BD7-F566C98E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97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public provenance + useful context +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98C2A-3E2B-436C-BBC6-18818CFD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8D1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A0999-A7E2-4744-B26A-CF7B924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 DMs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98654-3411-41C7-866E-8DCB121D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8D1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00642-15DD-4DF1-A572-29037548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 private groups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C3613-7A3B-4B04-B70F-0BB6BBAA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8D1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1B3C2-88B4-453A-A2A3-784B751B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 harvested contacts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44571-18EC-4105-8949-E69D15E3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578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8D1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77462-AB94-4BCB-8F86-69537233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531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 autoposting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44941-490C-4997-B0E5-FB0D513B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579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8D1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D8199-E031-4058-B4D3-EB5DF7E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5532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No pressure scripts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016A2-6DF3-476F-A8A2-A56ABA6F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2575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F4C78-4103-40EC-81F4-11222708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352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Public posts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57A31-F334-4580-BD5B-1DEE1881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0576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D3B5DF-EA29-41AE-9BC0-8ABDAA19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41529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Event pages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7350D-EEE2-4034-87AE-CE3BC79C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8577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B8DFD8-001E-433E-BF18-38B66343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49530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Explainable scoring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2FD34F-6F5B-48CA-A849-C71207EC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6578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5FEFD8-2931-401C-928B-F8ED08CC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7531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Draft-only replies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AE2DB4-2A23-4F3F-B9D6-F9B49C1A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9050">
            <a:solidFill>
              <a:srgbClr val="1F211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5E5CE1-B0CE-4E69-A4F4-58FAEE3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65532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Provenance links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40A6C4-C074-4FF7-9B2B-C7B1191C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2390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The rule: public evidence in, human judgment out.</a:t>
            </a:r>
          </a:p>
        </p:txBody>
      </p:sp>
    </p:spTree>
    <p:extLst>
      <p:ext uri="{BB962C8B-B14F-4D97-AF65-F5344CB8AC3E}">
        <p14:creationId xmlns:p14="http://schemas.microsoft.com/office/powerpoint/2010/main" val="2126147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EF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18E7F-B604-42BA-94CC-D085CEC3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1016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E6B41-0B15-4940-AA73-008761F2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5687675" cy="959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2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244E1-C81F-4297-8828-E43EDB5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5344775" cy="924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8E030-CCDC-4430-93AE-CDF14702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276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5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0092-2703-4956-B092-C2FE0CE1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96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58"/>
                </a:solidFill>
                <a:latin typeface="Aptos"/>
                <a:ea typeface="Aptos"/>
                <a:cs typeface="Aptos"/>
              </a:rPr>
              <a:t>Bitplus Signal / BTC++ Toronto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99C96-6BAA-4F17-B744-54E354B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6012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B8023-8686-4ADB-87DE-32925264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E6FF7-F468-4567-AA4D-14F9B2B4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11C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F211C"/>
                </a:solidFill>
                <a:latin typeface="Georgia"/>
                <a:ea typeface="Georgia"/>
                <a:cs typeface="Georgia"/>
              </a:rPr>
              <a:t>Open-source the route engine for builder events.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3FFED-E20D-418B-B53C-4FD1B891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A5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F6A58"/>
                </a:solidFill>
                <a:latin typeface="Aptos"/>
                <a:ea typeface="Aptos"/>
                <a:cs typeface="Aptos"/>
              </a:rPr>
              <a:t>Start with BTC++ Toronto. Reuse the pattern for any technical community gathering.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73C09-EEFB-4431-ABB9-1D76FD6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4095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FDF8B-2826-4D07-B2DE-CA0C6AC1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EF4B7-13C5-4B08-8F2B-6BF5D393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11C"/>
                </a:solidFill>
                <a:latin typeface="Aptos"/>
                <a:ea typeface="Aptos"/>
                <a:cs typeface="Aptos"/>
              </a:rPr>
              <a:t>Judge-ready demo with real public data, safety gates, and a human review queue.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59F65-2A35-4C42-8E7D-2223088B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4095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89125-0B50-4499-8C4D-68F435E3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E6F7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E6F72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D5C0B-2D93-4DA6-ADF1-A9E7B54F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11C"/>
                </a:solidFill>
                <a:latin typeface="Aptos"/>
                <a:ea typeface="Aptos"/>
                <a:cs typeface="Aptos"/>
              </a:rPr>
              <a:t>More source connectors, richer trust graph, CRM handoff, reusable event packs.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27F04-914E-43F0-BBE0-8C4646BF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43300"/>
            <a:ext cx="3143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28575">
            <a:solidFill>
              <a:srgbClr val="1F21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0911E-4BAC-4AAE-85B6-A9E33E81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671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8CC80-2F0C-49FA-93C0-E759DBC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457700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4D3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4D3E"/>
                </a:solidFill>
                <a:latin typeface="Aptos"/>
                <a:ea typeface="Aptos"/>
                <a:cs typeface="Aptos"/>
              </a:rPr>
              <a:t>Not an ad machine. An ethical public-route engine.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6DD43-35FA-4C3F-90BF-877ED467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1A6B3-EE41-446F-9DBF-14F53BB9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577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43C20-9D5D-4EBE-8E01-B2617237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429500"/>
            <a:ext cx="1295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F211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211C"/>
                </a:solidFill>
                <a:latin typeface="Aptos"/>
                <a:ea typeface="Aptos"/>
                <a:cs typeface="Aptos"/>
              </a:rPr>
              <a:t>Bitplus Signal turns scattered public intent into the next useful conversation.</a:t>
            </a:r>
          </a:p>
        </p:txBody>
      </p:sp>
    </p:spTree>
    <p:extLst>
      <p:ext uri="{BB962C8B-B14F-4D97-AF65-F5344CB8AC3E}">
        <p14:creationId xmlns:p14="http://schemas.microsoft.com/office/powerpoint/2010/main" val="561691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2026-06-18T08:16:14.1440000Z</dcterms:created>
  <dcterms:modified xsi:type="dcterms:W3CDTF">2026-06-18T08:16:14.1450000Z</dcterms:modified>
</coreProperties>
</file>